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RISE OF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INSTRUMENTAL MUSIC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474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Dance · Intabulation · Variation · Canzona · Toccata · Venice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254–277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🎻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D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Instruments &amp; Ensembles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家族式樂器 · consort · haut/bas · 記譜傳統興起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💃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D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Dance Music 舞曲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Pavane · Galliard · Susato Danserye (NAWM 67)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D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Intabulation 鍵盤/魯特改編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Narváez vihuela · Byrd keyboard variations (NAWM 68–69)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🏛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D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Abstract Genres 抽象樂種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Ricercar · Canzona · Toccata · Prelude · Fantasia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⛪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D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 in Venice 威尼斯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Cori spezzati · Gabrieli 叔姪 · Sonata pian' e forte (NAWM 70–73)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🎼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D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Independence 獨立地位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器樂從附屬→獨立——為巴洛克器樂鋪路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樂器與合奏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Instruments, Ensembles &amp; Embellishment in the 16th Century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🎻 Instrumental Families 樂器家族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同族樂器 soprano→bass——統一音色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Consort（英文）= 同族三到七件樂器合奏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Whole consort = 同族 · Broken consort = 混合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常見家族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Recorder（直笛）家族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Viol（維奧爾琴）家族——有品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Violin（小提琴）家族——1530s 出現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Cornett + Sackbut（木管號角+長號）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Shawm（蕭姆管）家族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Keyboard：Organ · Harpsichord · Clavichord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Lute/Vihuela——16 世紀最流行的獨奏樂器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重要文獻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Virdung, Musica getutscht (1511)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Praetorius, Syntagma musicum (1618–20)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Agricola, Musica instrumentalis (1529/45)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🎨 Embellishment 裝飾法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世紀演奏者有義務即興裝飾旋律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Passaggi（快速走句）= 分割長音符為短音群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Graces（裝飾音）= 顫音、附倚音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裝飾法教本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Silvestro Ganassi, Opera intitulata Fontegara (1535)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——直笛裝飾手冊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Diego Ortiz, Tratado de glosas (1553)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——viol 即興法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Girolamo Dalla Casa, Il vero modo (1584)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為何重要？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器樂如同聲樂——以裝飾展現技藝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寫定 vs. 即興的分界模糊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HIP（歷史知情演奏）中的核心議題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 社交舞蹈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宮廷舞蹈為社交要求 · 出版大量舞譜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Arbeau, Orchésographie (1589)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——舞步 + 節奏對照圖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舞曲 Dance Music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7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Pavane &amp; Galliard · Susato · Danserye (NAWM 67)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E8E0D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💃 舞曲配對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世紀慣例：慢舞 + 快舞成對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Pavane（莊重 · 二拍）+ Galliard（活潑 · 三拍）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Passamezzo + Saltarello（義大利）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Allemande + Courante（法國）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兩首通常共享旋律素材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Pavane 特徵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緩慢 · 莊嚴 · 通常 duple meter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三段式 AABB'CC'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適合遊行或開場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Galliard 特徵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活潑跳躍 · triple meter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常以 pavane 旋律作三拍改編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hemiola 效果頻繁（3+3 vs 2+2+2）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E8E0D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🎵 Susato · Danserye (1551)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Tielman Susato (ca. 1510/15–after 1570)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安特衛普的樂器演奏家、印刷商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出版樂譜數十種——包括 chanson 與器樂曲集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Het derde musyck boexken (1551)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Danserye = 六冊舞曲集中的第三冊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為四聲部合奏寫成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包含 Pavane「La dona」+ Galliard (NAWM 67)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NAWM 67 分析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Pavane: 三段 · 同節奏 · 旋律在 superius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Galliard: 改用三拍 · 旋律為 pavane 變體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各段重複（||: A :||: B :||: C :||）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清晰、短小、適合業餘合奏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影響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舞曲集成為 16–17 世紀印刷暢銷品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 Baroque suite（組曲）的前身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改編與變奏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Intabulation · Narváez (NAWM 68) · Byrd Variations (NAWM 69)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🎸 Intabulation 改編譜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將聲樂作品改編為鍵盤或弦撥樂器獨奏譜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使用 tablature（圖譜）記譜法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lute tab = 指法 + 弦位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organ tab = 字母或數字代音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世紀最大宗的器樂出版品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🎸 Luis de Narváez (fl. 1526–49)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西班牙 vihuela（維韋拉琴）大師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Los seys libros del Delphin (1538)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六冊維韋拉曲集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包含 Josquin Mille regretz 改編 (NAWM 68)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NAWM 68 分析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忠於原作四聲部架構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添加大量 passaggi 裝飾——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展現 vihuela 的觸弦特色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重要：展示 16 世紀「改編＝再創作」的觀念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🎹 Variations 變奏曲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變奏曲是器樂首批真正的「獨立類型」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以既有旋律為基礎 · 反覆但每次變化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三種類型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Cantus firmus variations — 旋律不變 · 對位變化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Melodic paraphrase — 旋律裝飾性改變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Ground bass / Harmonic — 和聲骨架不變 · 上方自由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William Byrd (ca. 1540–1623)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英國 virginal（小型鍵盤）音樂大師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John come kiss me now (NAWM 69)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以流行歌曲旋律為基礎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16 段變奏 · 漸進式複雜化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技巧漸增 · 節奏越來越快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鍵盤特有的 figuration 展現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The Fitzwilliam Virginal Book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英國最大鍵盤曲手稿集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300 首——Byrd、Bull、Gibbons 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變奏曲占大比例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抽象器樂曲種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7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Ricercar · Fantasia · Canzona · Toccata · Prelude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E8E0D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📜 模仿式樂種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Ricercar（利切卡爾）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源自「尋找 (ricercare)」——最初即興性質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世紀後轉為嚴謹的模仿對位曲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一個或多個主題 · 各段以新主題進入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功能如 motet 的器樂版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代表：Andrea Gabrieli 12° tuono ricercar (NAWM 71)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Fantasia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 ricercar 近似但更自由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速度與織度變化更大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英國：Fancy (viol consort 代表曲種)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Canzona（坎佐那）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源自 chanson 的器樂改編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特徵：「長-短-短」開頭節奏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多段式 · 各段對比 · 接近後來的 sonata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Giovanni Gabrieli · Canzon septimi toni (NAWM 70)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E8E0D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⌨ 即興式樂種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Toccata（觸技曲）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源自 toccare = 觸碰——鍵盤樂器專屬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即興風格 · 快速音群 · 自由和聲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展現演奏者技藝 · 常有踏板音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早期：Andrea Gabrieli · Claudio Merulo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後期：Frescobaldi 將 toccata 提升至藝術頂峰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Prelude / Praeambulum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禮拜或演奏前的引奏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建立調性 · 暖手 · 即興性質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為後世 Prelude &amp; Fugue 配對的前身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Intonazione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威尼斯管風琴家為合唱定音的短曲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Andrea &amp; Giovanni Gabrieli 有許多範例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共通趨勢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世紀器樂從「模仿聲樂」走向「發展獨特語彙」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到世紀末：canzona → sonata · ricercar → fugue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威尼斯與加布里埃利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St. Mark's · Cori Spezzati · Andrea &amp; Giovanni Gabrieli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🏛 St. Mark's 聖馬可大教堂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威尼斯共和國的國家教堂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建築特殊：對置的雙管風琴閣樓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啟發「對唱合唱」(cori spezzati)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⛪ Cori spezzati 分置合唱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兩組或多組合唱（+器樂）分置教堂兩端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輪流唱、齊唱、呼應——空間音效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Adrian Willaert（1527–62 任樂長）開創傳統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Andrea Gabrieli (ca. 1532–1585)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St. Mark's 管風琴師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器樂：ricercar · intonazione · canzona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聲樂：大型慶典音樂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Ricercar del 12° tuono (NAWM 71)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單主題嚴謹模仿——接近後來的 fugue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四聲部 · 管風琴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🌟 Giovanni Gabrieli (ca. 1554/7–1612)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Andrea 的姪子——繼任 St. Mark's 管風琴師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 世紀末最重要的威尼斯作曲家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吸引全歐學生（包括 Schütz）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Sacrae symphoniae (1597)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宗教聲樂 + 器樂合集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包含 Canzon septimi toni à 8 (NAWM 70)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八聲部分為兩組 SATB 合奏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模仿、呼應、齊奏交替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chanson 開頭節奏（長-短-短）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Sonata pian' e forte (NAWM 73)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音樂史上首次在譜面標明力度對比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八聲部分兩組——cornett/violin + sackbut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piano (p) 與 forte (f) 交替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重要：器樂「音色」首次作為結構元素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In ecclesiis (NAWM 72)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Grand concerto——聲樂+合唱+器樂+管風琴</a:t>
            </a:r>
            <a:endParaRPr lang="en-US" sz="7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多層次 concertato 織度——巴洛克的預兆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器樂的獨立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7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Instrumental Music Gains Independence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4572000" cy="36576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09728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152144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109728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從附屬到獨立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353312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世紀前器樂多為舞蹈伴奏或聲樂改編——1600 年後器樂開始追求自身美學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1600: functional / derivative → After 1600: autonomous art music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87452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1929384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🎻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187452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樂器特性語彙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130552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作曲家開始為特定樂器寫作——鍵盤 figuration、弦樂弓法、管樂呼吸——不再照搬聲樂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Idiomatic writing: composers exploited each instrument's unique capabilities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65176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706624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265176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記譜法完善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907792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Tablature → Staff notation · 出版樂譜市場成形——器樂首次大量保存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instrumental music was written down, published, and preserved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5760" y="342900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483864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🏛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" y="34290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威尼斯典範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3685032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Gabrieli 的空間化大型合奏 → 為 Baroque concertato 與 concerto 鋪路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Venice's polychoral grand concerto foreshadowed Baroque orchestral music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4261104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05840" y="420624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D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類型的演化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" y="4462272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canzona → sonata · ricercar → fugue · dance pairs → suite · toccata → prelude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4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evolution set the agenda for the next 200 years of instrumental music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時間軸 · Timeline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286000" y="749808"/>
            <a:ext cx="4572000" cy="36576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914400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9692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71600" y="914400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Virdung · Musica getutscht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914400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96926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1529/45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760720" y="914400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Agricola · Musica instrumentalis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" y="1389888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14447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371600" y="1389888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Ganassi · Fontegara (recorder)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389888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4447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1538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60720" y="1389888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Narváez · Los seys libros del Delphin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74320" y="1865376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1920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1549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71600" y="1865376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Willaert → di Rore 繼任 St. Mark's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1865376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1920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760720" y="1865376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Susato · Danserye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74320" y="2340864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3957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371600" y="2340864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Ortiz · Tratado de glosas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63440" y="2340864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23957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1584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760720" y="2340864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Merulo · Toccate d'intavolatura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2816352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28712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1585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71600" y="281635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Gabrieli 逝世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663440" y="2816352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4" name="Text 32"/>
          <p:cNvSpPr/>
          <p:nvPr/>
        </p:nvSpPr>
        <p:spPr>
          <a:xfrm>
            <a:off x="4709160" y="28712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1589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760720" y="2816352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Arbeau · Orchésographie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74320" y="3291840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3467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371600" y="3291840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Fitzwilliam Virginal Book 開始抄寫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663440" y="3291840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0" name="Text 38"/>
          <p:cNvSpPr/>
          <p:nvPr/>
        </p:nvSpPr>
        <p:spPr>
          <a:xfrm>
            <a:off x="4709160" y="33467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760720" y="3291840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Gabrieli · Sacrae symphoniae (Sonata pian' e forte)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74320" y="3767328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38221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371600" y="3767328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Gabrieli 逝世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663440" y="3767328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6" name="Text 44"/>
          <p:cNvSpPr/>
          <p:nvPr/>
        </p:nvSpPr>
        <p:spPr>
          <a:xfrm>
            <a:off x="4709160" y="38221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60720" y="3767328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Gabrieli · Canzoni et sonate (posthumous)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74320" y="4242816"/>
            <a:ext cx="1005840" cy="38404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9" name="Text 47"/>
          <p:cNvSpPr/>
          <p:nvPr/>
        </p:nvSpPr>
        <p:spPr>
          <a:xfrm>
            <a:off x="320040" y="42976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1618–20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371600" y="4242816"/>
            <a:ext cx="3246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Praetorius · Syntagma musicum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關鍵詞彙 · 延伸閱讀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Terms &amp; Further Reading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🔑 Key Terms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consort · whole consort · broken consort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haut / bas instruments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tablature · intabulation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pavane · galliard · passamezzo · saltarello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variation · cantus firmus var. · ground bass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passaggi · divisions · diminution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ricercar · fantasia · fancy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canzona · long-short-short rhythm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toccata · prelude · intonazione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sonata (earliest usage)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cori spezzati · polychoral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concertato · grand concerto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Sacrae symphoniae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Sonata pian' e forte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Fitzwilliam Virginal Book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Danserye · Orchésographie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Further Reading &amp; 🎧 Listening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72768"/>
            <a:ext cx="397764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Selfridge-Field. Venetian Instrumental Music from Gabrieli to Vivaldi (1975/94)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Silbiger, ed. Keyboard Music Before 1700 (2004)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Brown, Howard M. Instrumental Music Printed Before 1600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Holman. Four and Twenty Fiddlers (1993)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🎧 NAWM 精選聆聽 (YouTube)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67 · Susato · Pavane + Galliard  youtu.be/Ln7ea-5dsoo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68 · Narváez · Mille regretz (vihuela)  youtu.be/INGuCsQtefA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69 · Byrd · John come kiss me now  youtu.be/DD7luwIuM40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70 · G. Gabrieli · Canzon septimi toni  youtu.be/5DgJdrZcYoA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71 · A. Gabrieli · Ricercar 12° tuono  youtu.be/7Nhe7m8Q_9s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72 · G. Gabrieli · In ecclesiis  youtu.be/1kZ_Ld9-wH4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73 · G. Gabrieli · Sonata pian' e forte  youtu.be/QXRITlQBitc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12: The Rise of Instrumental Music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2026-04-12T07:15:29Z</dcterms:created>
  <dcterms:modified xsi:type="dcterms:W3CDTF">2026-04-12T07:15:29Z</dcterms:modified>
</cp:coreProperties>
</file>