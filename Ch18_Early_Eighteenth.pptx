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EARLY EIGHTEENTH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CENTURY IN ITALY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FRANCE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3429000"/>
            <a:ext cx="45720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Vivaldi · Couperin · Rameau · Concerto · Goûts réunis · Harmonic Theory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402–423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E8D8B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變革中的歐洲 Europe in a Century of Change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16152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理性時代的政治、經濟、社會背景 (pp. 402–404)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5029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義大利的音樂 Music in Italy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83664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歌劇正劇、音樂學院、閹人歌手、拿坡里與羅馬 (pp. 405–406)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5029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2951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維瓦第 Antonio Vivaldi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51176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紅髮祭司、皮耶塔、協奏曲大師 (pp. 407–414)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5029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FR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9626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法國音樂 Music in France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風格融合、協調法義兩國品味 (pp. 415–416)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30168"/>
            <a:ext cx="5029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6301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庫普蘭 François Couperin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大鍵琴組曲、性格小品、goûts réunis (pp. 416–418)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拉莫 Jean-Philippe Rameau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553712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和聲理論革命家與歌劇作曲家 (pp. 418–423)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變革中的歐洲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in a Century of Change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權力平衡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十八世紀初歐洲形成多國均勢：法國最大軍隊、英國最強海軍、奧地利崛起、普魯士建國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353312"/>
            <a:ext cx="64008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power: France (army), Britain (navy), Austria rising, Prussia emerging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經濟成長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1783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人口膨脹、農業改良、貿易擴張；中產階級壯大，城市化加速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130552"/>
            <a:ext cx="64008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growth, improved agriculture, expanding trade; urban middle class grew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理性時代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25603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啟蒙思想興起：伏爾泰、牛頓、笛卡兒；以理性解釋自然與社會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2907792"/>
            <a:ext cx="64008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Reason: Voltaire, Newton, Descartes; reason and science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音樂需求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33375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公眾對新音樂的需求不斷增長；音樂家成為教師、表演者、出版者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3685032"/>
            <a:ext cx="64008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demand for new music grew; musicians as teachers, performers, publishers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風格變遷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86000" y="41148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巴洛克晚期與古典早期風格重疊；「新」vs.「舊」的品味之爭貫穿整個世紀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0" y="4462272"/>
            <a:ext cx="64008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Baroque and early Classic styles overlapped; taste debates all century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義大利的音樂 Music in Italy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三大音樂中心 Three Centers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拿坡里 Naples：四所音樂學院訓練孤兒；閹人歌手盛行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羅馬 Rome：教廷限制歌劇；贊助者舉辦清唱劇與奏鳴曲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威尼斯 Venice：六家以上歌劇院，年均十部新歌劇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A. Scarlatti 為拿坡里最重要的歌劇作曲家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關鍵概念 Key Concepts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1234440"/>
            <a:ext cx="3931920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 seria 正歌劇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4904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梅塔斯塔齊奧編寫的嚴肅歌劇形式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宣敘調與返始詠嘆調交替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3931920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Castrato 閹人歌手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3591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為保童聲而受閹割的男歌手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法里內利最為著名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971800"/>
            <a:ext cx="3931920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Conservatory 音樂院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3227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原為孤兒收容所，後發展為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專業音樂教育機構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3840480"/>
            <a:ext cx="3931920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capo aria 返始詠嘆調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4096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形式；歌手在再現部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自由添加裝飾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安東尼奧·維瓦第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Antonio Vivaldi (1678–1741)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紅髮祭司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00584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威尼斯出生，父為聖馬可教堂小提琴手；因紅髮得名 il prete rosso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皮耶塔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178308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1703–1740 任皮耶塔慈善院小提琴教師、樂長，為女學生創作大量音樂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560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產量驚人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25603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500 首協奏曲（含《四季》）、49 部歌劇、60 首宗教聲樂作品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37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歐洲影響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333756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作品經印刷傳遍歐洲；J. S. Bach 改編至少九首韋瓦第協奏曲為鍵盤曲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14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身後遺忘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77440" y="41148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1741 年客死維也納，行乞者葬禮；1920s 重新發現手稿後聲譽復興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協奏曲與利都奈羅形式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Concerto &amp; Ritornello 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三樂章結構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第一樂章：快板（ritornello form）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第二樂章：慢板（同調或近關係調）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第三樂章：快板（較短，回到主調）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此架構由 Albinoni 開創，Vivaldi 固定並推廣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Ritornello Form 利都奈羅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全奏利都奈羅與獨奏段落交替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開頭利都奈羅由多個短小動機 (A, B, C...) 組成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後續利都奈羅只用部分動機，且轉調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獨奏段落以炫技樂句、音階、琶音為主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首末利都奈羅在主調；中間在屬調或近關係調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韋瓦第的利都奈羅形式成為此後協奏曲的標準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98 作品分析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Vivaldi: Concerto in A Minor, Op. 3, No. 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第一樂章 First Movement (Allegro)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開頭利都奈羅含 A, B, C, C' 四個動機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後續利都奈羅僅用部分動機，轉調出現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獨奏段落利用空弦技巧，展現炫技音型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全奏與獨奏交替——尾聲時甚至交織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第三樂章 Third Movement (Presto)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利都奈羅動機為 ABABCDEF，結構更複雜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利都奈羅本身轉調——打破常規慣例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管弦樂與獨奏者交替呈示利都奈羅片段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慢板樂章：低音沉默，獨奏以弦樂伴奏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法國巴洛克風格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 Baroque Style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法國 vs. 義大利風格之爭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巴黎是法國唯一的文化中心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皇家音樂學院壟斷歌劇首演權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路易十五時代：贊助分散至沙龍與公共音樂會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義大利音樂在法國既被歡迎也被抵制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Goûts réunis 風格融合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法國作曲家融合義大利體裁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（奏鳴曲、清唱劇、協奏曲）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Clérambault：混用呂利式宣敘調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與義大利風詠嘆調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Leclair：柯瑞里的純淨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與法國的優雅融為小提琴奏鳴曲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庫普蘭：「完美的音樂將是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法義兩國風格的聯姻」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弗朗索瓦·庫普蘭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François Couperin (1668–1733)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宮廷生涯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00584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國王御用管風琴師（St. Gervais）；出版教材 L'art de toucher le clavecin (1716)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風格融合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178308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宣稱完美音樂應為法義聯姻；組曲 Parnassus (1724) 讓呂利與柯瑞里會面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560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三重奏鳴曲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25603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法國最早、最重要的三重奏鳴曲作曲家；Les nations (1726) 含四組曲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37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大鍵琴組曲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333756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套 ordres（1713–1730 四冊）；以性格小品 (pièces de caractère) 著稱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14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77440" y="41148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首 concerts + Les goûts-réunis (1724)，標誌法義風格融合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99 作品分析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Couperin: Vingt-cinquième ordre (1730)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99a La visionnaire 幻視者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法國序曲風格；附點節奏 + tirades（快速音階）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暗示神秘的先知或靈視者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914400"/>
          </a:xfrm>
          <a:prstGeom prst="rect">
            <a:avLst/>
          </a:prstGeom>
          <a:solidFill>
            <a:srgbClr val="4A204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99b La muse victorieuse 凱旋的繆思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三拍子舞曲；快速跳躍音型、音域轉換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描繪繆思克服技巧挑戰的勝利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9144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99c Les ombres errantes 徘徊的幽魂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3558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緩慢抒情；下行旋律、嘆息音型、半音不協和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捕捉幽魂飄蕩的意象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1E152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共通特色：混合法國裝飾音 (agréments)、呂利的序列手法、柯瑞里的五度圈和聲 — 體現 goûts réunis 理想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尚-菲利普·拉莫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Jean-Philippe Rameau (1683–1764)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早年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00584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生於第戎，管風琴師之子；在外省任管風琴師二十年後定居巴黎 (1722)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理論家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178308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1722 年出版《和聲論》(Traité de l'harmonie)，奠定現代和聲理論基礎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560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歌劇家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25603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首部歌劇 Hippolyte et Aricie (1733) 一鳴驚人；被攻擊為激進派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37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贊助者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333756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稅務官 La Pouplinière 提供沙龍舞台；1745 年國王授予年金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14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代表作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77440" y="41148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齣悲劇歌劇、6 齣其他歌劇、7 齣芭蕾、大鍵琴曲集、三重奏鳴曲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拉莫的和聲理論革命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Rameau's Traité de l'harmonie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Core Concepts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受笛卡兒與牛頓啟發，以理性原則解釋音樂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三和弦與七和弦為和聲基本元素，源自自然泛音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基礎低音：和弦無論轉位都保持同一根音身份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創造 tonic、dominant、subdominant 等術語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最強進行：屬七和弦 → 主和弦（V7 → I）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轉調：承認調性可以改變，但一曲只有一個主調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931920" cy="3840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影響 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拉莫理論成為十八世紀後期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教學音樂的主要範式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今日每位音樂學生學習的和聲概念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絕大部分源自拉莫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在理性時代的潮流下，音樂首次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被系統地視為一門「科學」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拉莫的歌劇 Rameau's Operas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100: Hippolyte et Aricie, Act IV finale (1733)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歌劇風格 Opera Style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繼承呂利傳統：寫實唸誦、精確節奏記譜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旋律植根於和聲——三和弦式旋律清晰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管弦樂寫作獨具創意：描繪性配器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（雷聲、海浪、地震）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合唱在法國歌劇中保持重要地位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NAWM 100：第四幕結尾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獵人嬉遊曲突轉為海怪場景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Lullistes vs. Ramistes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呂利派攻擊拉莫音樂：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太難、太吵、太機械、不自然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拉莫回應：「我並非模仿呂利，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而是效法自然本身」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1750s 拉莫反成法國最偉大的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在世作曲家——反對者自相矛盾地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稱他為「法國音樂的冠軍」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大事年表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2354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8686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普魯士成為王國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2354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8686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維瓦第任皮耶塔小提琴教師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527048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58191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52704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維瓦第 L'estro armonico Op. 3 出版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527048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8191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152704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庫普蘭《大鍵琴演奏法》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185416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24028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18541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拉莫《和聲論》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185416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24028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18541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庫普蘭 Les goûts-réunis 出版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843784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89864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284378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維瓦第《四季》/ Concert Spirituel 成立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2843784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89864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284378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庫普蘭第四冊大鍵琴曲集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502152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55701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350215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拉莫 Hippolyte et Aricie 首演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09160" y="3502152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55701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50215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維瓦第客死維也納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160520"/>
            <a:ext cx="8686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21538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41605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路易十五授予拉莫年金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關鍵術語與聆聽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NAWM Listening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本章關鍵術語 Key Terms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Ritornello form 利都奈羅形式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Concerto 協奏曲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 seria 正歌劇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Castrato 閹人歌手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Conservatory 音樂學院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capo aria 返始詠嘆調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Goûts réunis 風格融合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Ordre 組曲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Pièce de caractère 性格小品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Agrément 裝飾音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Fundamental bass 基礎低音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Tonic · Dominant · Subdominant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Modulation 轉調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Tirade 快速音階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3A20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NAWM 聆聽 YouTube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98  Vivaldi, Concerto Op. 3/6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youtu.be/xaJm4OPxp-w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99a  Couperin, La Visionnaire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99b  La Muse victorieuse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99c  Les ombres errantes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youtu.be/uy7CSAM_qRo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100  Rameau, Hippolyte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youtu.be/AOe08v6FIxU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18: The Early Eighteenth Century in Italy and France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2026-04-17T16:02:59Z</dcterms:created>
  <dcterms:modified xsi:type="dcterms:W3CDTF">2026-04-17T16:02:59Z</dcterms:modified>
</cp:coreProperties>
</file>