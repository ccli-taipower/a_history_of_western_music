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8elXHf0gX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urqSFnKGjIQ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Q3T9pinGCr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urqSFnKGjIQ" TargetMode="External"/><Relationship Id="rId2" Type="http://schemas.openxmlformats.org/officeDocument/2006/relationships/hyperlink" Target="https://www.youtube.com/watch?v=8elXHf0gXTM" TargetMode="External"/><Relationship Id="rId3" Type="http://schemas.openxmlformats.org/officeDocument/2006/relationships/hyperlink" Target="https://www.youtube.com/watch?v=Q3T9pinGCr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STYLES IN THE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SEVENTEENTH CENTURY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十七世紀的新風格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3566160"/>
            <a:ext cx="45720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Monteverdi · Caccini · Basso Continuo · Baroque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278–301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78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十七世紀歐洲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2893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in the 17th Century: science, war, patronage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556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從文藝復興到巴洛克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Renaissance to Baroque: drama &amp; the affections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第一實踐 vs 第二實踐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284378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Pratica vs. Seconda Pratica: Artusi vs. Monteverdi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單聲歌曲與數字低音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362102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Monody, Camerata, Basso Continuo &amp; Le nuove musiche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65836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873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巴洛克音樂特徵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43982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Traits: texture, rhythm, tonality, styles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十七世紀的歐洲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 in the 17th Century: Science, War, &amp; Exploration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科學革命 Scientific Revolution: Kepler (1609), Galileo, Bacon, Descartes, Newton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三十年戰爭 Thirty Years' War (1618-48) 摧毀日耳曼地區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英國內戰 English Civil War (1642-49); 王權復辟 1660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法國太陽王 Louis XIV (r. 1643-1715) 專制王權的高峰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殖民擴張 Colonies in Americas, Caribbean, Africa, Asia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贊助制度與民族風格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Patronage &amp; National Styles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資本主義 Capitalism: 股份公司資助歌劇院 (Hamburg, London)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義大利 Italy: 貿易富裕，佛羅倫斯 / 羅馬 / 威尼斯的貴族贊助音樂創新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法國 France: Louis XIV 集權控制藝術，法國風格廣受模仿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日耳曼 Germany: 三十年戰爭後，宮廷與自由城市融合意法風格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公共音樂場所興起 Public opera (Venice, 1637) &amp; concerts (London, 1672)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「巴洛克」一詞的由來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Baroque as Term and Period (ca. 1600–1750)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源自葡萄牙語 barroco（不規則珍珠），原為貶義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世紀批評家用以形容華麗、不協和、大膽的音樂與藝術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世紀 → 正面意涵：裝飾性、戲劇性、情感表現力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年代確立為音樂史分期：約 1600–1750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非單一風格，而是共享戲劇性、情感表現理念的時代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戲劇性的巴洛克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Dramatic Baroque: Art, Architecture, &amp; Music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戲劇是巴洛克核心衝動 Drama is central to Baroque art &amp; music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Bernini《大衛》(1623) vs. Michelangelo《大衛》— 靜態 → 動態情感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Bernini《聖乙蕾莎的狂喜》(1645-52) — 劇場化的宗教體驗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音樂同樣追求 dramatic effect：旋律動態、和聲對比、節奏張力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觀眾概念出現 — 表演者成為專業人士，聽眾成為被動接收者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情感論 The Affections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the Passions through Music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Affections 情感 = 理性化的情緒 (sadness, joy, anger, love, fear)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亞里斯多德觀：情感由外在刺激引發靈魂狀態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笛卡兒《靈魂的激情》(1649)：情感是客觀的、可分類的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作曲家用特定手法喚起對應情感 — 非個人表達，而是「再現」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每首樂曲或樂章通常只呈現一種主要情感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第一實踐 vs. 第二實踐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 Pratica vs. Seconda Pratica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 Pratica 第一實踐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由 Zarlino 法則主導的對位法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音樂有其自身規則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和聲支配文字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Harmony is mistress of the words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 Pratica 第二實踐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Monteverdi 兄弟提出 (1605/07)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文字是音樂的主宰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為表現歌詞情感可打破對位規則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Words are mistress of the harmony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阿圖西—蒙台威爾第之爭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Artusi–Monteverdi Debate (1600–1607)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Artusi《L'Artusi》(1600) 抨擊 Monteverdi 牧歌中的不協和音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指控 Cruda Amarilli 違反對位法 — 未預備的不協和、禁止的經過音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於第五冊牧歌序言 (1605) 回應：存在「第二實踐」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弟弟 Giulio Cesare 詳述 (1607)：文字主宰和聲，非和聲主宰文字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此論戰確立了「新 vs. 舊」風格的理論基礎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75: Cruda Amarilli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Monteverdi · Fifth Book of Madrigals (1605)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五聲部牧歌 — 詩文取自 Guarini 牧劇《忠實的牧羊人》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"Cruda"（殘忍）與 "ahi lasso"（嗚呼）處使用大膽不協和音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未預備的不協和音作為修辭手段 — 文字畫 word painting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Artusi 批評的正是此曲：故意違反規則以表現文字痛苦</a:t>
            </a:r>
            <a:endParaRPr lang="en-US" sz="18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https://www.youtube.com/watch?v=8elXHf0gXTM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單聲歌曲與佛羅倫斯卡梅拉塔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Monody &amp; The Florentine Camerata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Camerata: 1570s Count Bardi 沙龍，討論古希臘音樂的力量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Vincenzo Galilei《古今音樂對話》(1581) 攻擊複音、倡導獨唱旋律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Monody 單聲歌曲 = 獨唱 + 伴奏（非 monophony 無伴奏獨唱）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Girolamo Mei 研究結論：古希臘音樂為單旋律，因此最具情感力量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這些理念最終催生了歌劇 Opera 的誕生 (ca. 1598)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卡契尼與《新音樂》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Giulio Caccini · Le nuove musiche (1602)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Caccini (ca. 1550–1618): Camerata 成員，歌手兼作曲家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nuove musiche (新音樂, 1602): 獨唱歌曲集 (arias + solo madrigals)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以持續低音伴奏 — 每行詩句獨立成樂句，結束於終止式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旋律配合文字自然聲調 — 裝飾音增強情感，非炫技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序言詳述聲樂裝飾技法 — 成為演唱實踐的重要文獻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74: Vedro 'l mio sol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Caccini · from Le nuove musiche (1602)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madrigal（獨唱牧歌）— 曾在 Camerata 聚會中獲掌聲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Figured bass 數字低音的早期範例 — 數字標示和弦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旋律自然跟隨詩句 — 每行結束於一個 cadence 終止式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裝飾音寫入譜中 — 增強文字意涵而非單純展示技巧</a:t>
            </a:r>
            <a:endParaRPr lang="en-US" sz="18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https://www.youtube.com/watch?v=urqSFnKGjIQ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數字低音 Basso Continuo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 of Baroque Texture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高低聲部的兩極化 Treble-bass polarity 取代文藝復興聲部平等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作曲家寫旋律 + 低音線；內聲部由演奏者即興填充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Figured bass 數字低音 = 低音線上方數字標示和弦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伴奏樂器: 大鍵琴 harpsichord、管風琴 organ、魯特琴 lute、長頸琴 theorbo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即興實現 — 演奏者決定和弦排列與裝飾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蒙台威爾第：生平與成就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Claudio Monteverdi (1567–1643)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出生於 Cremona，師承 Marc'Antonio Ingegneri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1590 年起任職 Mantua 公爵宮廷 — 牧歌集 Books 1–5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1607《奧菲歐》L'Orfeo — 早期最偉大歌劇之一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1613 任威尼斯聖馬可大教堂樂長至逝世 — 最崇高職位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九冊牧歌集橫跨從文藝復興到巴洛克的轉型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蒙台威爾第的牧歌集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Monteverdi's Nine Books of Madrigals (1587–1651)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1–4 (1587–1603): 五聲部 a cappella 牧歌，延續文藝復興傳統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5 (1605): 加入 basso continuo — 新舊風格交界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6–7: 獨唱牧歌、二重唱、連作牧歌組曲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8《戰爭與愛情牧歌》(1638): stile concitato 激動風格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從對等複音 → 獨唱 + 低音，見證音樂史最重大的風格轉變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76: Zefiro torna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Monteverdi · from Scherzi musicali (1632)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二重唱 + basso continuo — 詩人 Ottavio Rinuccini 的十四行詩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Ciaccona 夏康舞曲低音反覆 — 持續不斷的循環 bass pattern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55117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歡樂段落: 兩位男高音以華麗花腔歌唱自然之美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0954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尾聲突變: "solo io" — 低音停止循環，進入悲傷宣敘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8679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極致的情感對比 — 歡愉與孤寂在同一曲中並置</a:t>
            </a:r>
            <a:endParaRPr lang="en-US" sz="18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rgbClr val="C8A0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https://www.youtube.com/watch?v=Q3T9pinGCrM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巴洛克音樂特徵 (一)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Texture, Harmony, &amp; the Concertato Medium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高低兩極化 Treble-bass polarity 取代文藝復興的聲部平等織度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和弦思維 — 不協和音由和弦而非音程定義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半音主義 Chromaticism 用於表現強烈情感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Concertato medium 協奏媒介: 人聲 + 器樂對比組合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Concerted madrigal、Sacred concerto 等新體裁出現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巴洛克音樂特徵 (二)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Rhythm, Idiomatic Writing, &amp; Performance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節奏兩極: 自由的宣敘調 vs. 嚴格的舞曲節拍 (measures 小節線出現)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器樂慣用法 Idiomatic writing: 小提琴、魯特琴、鍵盤各有專屬技法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演奏者為中心 — 即興裝飾、cadenza、ornaments (trills, mordents)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樂譜是「劇本」而非定稿 — 演奏者有權改編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聽眾角色轉變: 從參與者變成被動接收情感的觀眾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三種風格分類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Church, Chamber, &amp; Theater Styles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075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教堂風格 Church Style (Stile Ecclesiastico)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莊嚴的對位法，管風琴伴奏，拉丁經文，sacred concerto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室內風格 Chamber Style (Stile Cubiculare)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28986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世俗題材，精緻裝飾，獨唱或小團體，宮廷貴族私人場合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850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劇場風格 Theater Style (Stile Theatrale)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0873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歌劇、宣敘調、詠嘆調，強烈戲劇性，最具創新的領域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從調式到調性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Modal to Tonal Music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世紀初作曲家仍使用教會調式或 12 調式系統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世紀末 Corelli、Lully 等人已完全在大小調體系中寫作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數字低音促進和弦思維 → 和聲進行逐漸標準化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Rameau《和聲論》(1722) 首次完整理論化調性系統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調性 (tonality) 是漸進演化，非一夕取代調式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歷史知情演奏 HIP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Historically Informed Performance &amp; Its Controversies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使用時代樂器 Period instruments 重現原始音色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研究文獻以重建裝飾、速度、律制 (mean-tone temperament)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73405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爭議: Richard Taruskin 認為追求「原音」是不可能且誤導的目標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48386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 Haskell: 可知的歷史與不可知的聲音之間有巨大鴻溝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正面觀點: 學習歷史演奏法可拓展現代演奏者的創造力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持久的創新遺產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Enduring Innovations of the 17th Century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延續至今 Still With 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戲劇性與情感表現力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規則打破作為修辭手段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高低聲部兩極化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和弦式和聲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半音主義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調性系統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器樂慣用寫法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逐漸消失 Faded Away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數字低音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演奏者即興填充的傳統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演奏者作為「共同作曲家」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樂譜作為演出「劇本」而非定稿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時間線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685800"/>
            <a:ext cx="640080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869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 IV Edict of Nantes 南特敕令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91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6733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Artusi 攻擊 Monteverdi 牧歌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" y="2478024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49631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47802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Caccini Le nuove musiche 出版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3282696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30098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Monteverdi Fifth Book of Madrigals (含 Cruda Amarilli)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4320" y="4087368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10565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0873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Kepler 天文定律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886968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1618-48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868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Years' War 三十年戰爭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63440" y="1673352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691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60720" y="16733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Venice 首座公共歌劇院 Teatro San Cassiano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63440" y="2478024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49631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1643-1715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60720" y="2478024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XIV 統治法國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663440" y="3282696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30098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1649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60720" y="3282696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Descartes《靈魂的激情》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663440" y="4087368"/>
            <a:ext cx="1005840" cy="685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410565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760720" y="408736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Principia mathematica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關鍵術語與聆聽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Terms &amp; Listening Guide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21945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核心術語 Key Terms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 巴洛克 | Affections 情感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Prima/Seconda pratica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Monody 單聲歌曲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Basso continuo 數字低音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Concertato medium 協奏媒介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219456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更多術語 More Terms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Figured bass 數字低音記譜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Ornaments 裝飾音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Cadenza 華彩段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Tonality 調性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writing 器樂慣用法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8595360" cy="1325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NAWM 聆聽清單</a:t>
            </a:r>
            <a:endParaRPr lang="en-US" sz="20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NAWM 74  Caccini, Vedro 'l mio sol</a:t>
            </a:r>
            <a:endParaRPr lang="en-US" sz="180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457200" y="4251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NAWM 75  Monteverdi, Cruda Amarilli</a:t>
            </a:r>
            <a:endParaRPr lang="en-US" sz="18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u="sng" dirty="0">
                <a:solidFill>
                  <a:srgbClr val="F5F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NAWM 76  Monteverdi, Zefiro torna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13: New Styles in the Seventeenth Century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2026-04-17T22:46:51Z</dcterms:created>
  <dcterms:modified xsi:type="dcterms:W3CDTF">2026-04-17T22:46:51Z</dcterms:modified>
</cp:coreProperties>
</file>