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STYLES IN THE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SEVENTEENTH CENTURY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Baroque · Basso Continuo · Monody · Seconda Pratica · Affections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278–296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the 17th Century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科學革命 · 30 年戰爭 · 絕對王權 · 殖民擴張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Renaissance to Baroque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第一實踐→第二實踐 · Monteverdi · Artusi 論戰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Monody &amp; Basso Continuo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新單聲歌曲 · Caccini《Le nuove musiche》(NAWM 74)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 Pratica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Cruda Amarilli (NAWM 75) · 文字主導和聲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🎵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Baroque Traits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情感論 · 調性 · 對比 · 裝飾 · 即興 · 記譜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Enduring Innovations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continuo · 調性和聲 · 獨奏家 · HIP 論爭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十七世紀的歐洲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the Seventeenth Century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🔬 科學革命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Kepler 行星運動三定律 (1609)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Galileo 望遠鏡 · 運動定律 (1610s)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Bacon 經驗主義 · Descartes 理性主義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Newton 萬有引力 (1660s)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世界從「權威說了算」→「觀察實驗說了算」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 三十年戰爭 (1618–1648)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席捲中歐 · 德意志人口損失 1/3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Westphalia 和約——主權國家體制確立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日耳曼音樂在戰爭中重創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絕對王權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 Louis XIV (1643–1715) 為典型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凡爾賽宮：中央集權的象徵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 = 權力展示工具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音樂家的處境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🇮🇹 義大利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城邦與教廷——威尼斯、羅馬、佛羅倫斯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歌劇誕生 (1600) → 公共劇院 (1637 Venice)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義大利音樂家遍布歐洲——國際語言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🇫🇷 法國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高度集權 · 音樂由王室品味主導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Lully 壟斷法國歌劇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Ballet de cour → Tragédie en musique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🇬🇧 英格蘭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内戰 (1640s) · Commonwealth (1649–60)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清教徒禁止教堂音樂、關閉劇院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1660 復辟後音樂復興 · Purcell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🇩🇪 日耳曼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三十年戰爭後百廢待舉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各小邦仿效 Versailles——建立宮廷樂團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Schütz 為關鍵橋樑人物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從文藝復興到巴洛克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vs. Seconda Pratica · Artusi vs. Monteverdi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8E0F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兩種實踐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Pratica（第一實踐）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式對位法的延續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音樂的規則高於文字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不協和音嚴格準備與解決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1600 後稱 stile antico（古風格）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持續用於教會音樂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 Pratica（第二實踐）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文字（詩的情感）主導音樂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為了表達詩意可以打破對位規則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不協和音用於 dramatic effect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的第五部牧歌集宣言 (1605)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 17 世紀新風格的理論基礎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兩者並非取代——而是共存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antico (教會) · stile moderno (劇場)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作曲家必須掌握兩種風格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8E0F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⚔ Artusi vs. Monteverdi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Maria Artusi (1540–1613)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保守派理論家 · 1600 發表批評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批評某些未出版的牧歌（即 Monteverdi 的）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指其不協和處理違反 Zarlino 規則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Monteverdi 的回應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1605 第五牧歌集序言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宣告「第二實踐」——以文字為女主人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承諾撰寫理論著作（未完成）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弟弟 Giulio Cesare 1607 加以闡述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Cruda Amarilli (NAWM 75)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五聲部牧歌 · Guarini《Pastor fido》詩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 Artusi 批評的曲目之一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不協和音未準備——用於表達「殘酷」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七度、四度直接出現——衝擊 16 世紀規則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音樂史上「新」vs.「舊」論戰的里程碑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單歌曲與數字低音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Monody · Basso Continuo · Caccini · Le nuove musiche (NAWM 74)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🎤 Monody 單歌曲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單獨歌聲 + basso continuo 伴奏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1600 年誕生於佛羅倫斯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目的：恢復古希臘音樂的情感力量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文字清晰 · 歌手主導表達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Florentine Camerata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1570–80s Bardi 伯爵的文化沙龍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Vincenzo Galilei (Galileo 之父) 批評複音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主張：只有單聲才能傳達文字情感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Caccini、Peri 等嘗試新的歌唱風格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Giulio Caccini (1551–1618)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nuove musiche (1602) ——「新音樂」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序言闡述新歌唱美學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Vedro 'l mio sol (NAWM 74)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以 strophic variation 形式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裝飾性歌唱 · 表現歌手技巧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典型 monody 範例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🎹 Basso Continuo 數字低音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巴洛克音樂最重要的技術創新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最低聲部（bass line）持續進行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數字標記和聲（figured bass）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由和聲樂器即興填充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harpsichord / organ / lute / theorbo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+ cello / bassoon / violone 加倍低音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功能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支撐和聲架構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讓獨唱/獨奏者自由表達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統一合奏——任何編制皆可使用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簡化記譜——不用寫出全部聲部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觀念轉變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從「聲部等權」→「兩極織度」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最上聲部（旋律）+ 最低聲部（bass）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中間聲部由 continuo 填充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這就是 Baroque 的基本聲音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1600–1750 幾乎所有西方音樂使用 continuo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被稱為 thoroughbass era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蒙特威爾第的創新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Zefiro torna (NAWM 76) · Stile concitato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8E0F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Monteverdi (1567–1643)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跨越文藝復興與巴洛克的關鍵人物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前半生 · Mantua (1590–1612)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Gonzaga 公爵的宮廷音樂家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部牧歌集 (第 3–5 冊成為新風格宣言)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L'Orfeo (1607) · 首部偉大歌劇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後半生 · Venice (1613–1643)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 Mark's 樂長——最崇高的音樂職位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6–8 部牧歌集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L'incoronazione di Poppea (1643)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八部牧歌集的演化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I–IV (1587–1603): 五聲部 a cappella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 (1605): 加 basso continuo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 (1614): 1–6 聲部 + continuo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VII (1619): Concerto——2 聲部 + continuo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VIII (1638): Madrigali guerrieri et amorosi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stile concitato（激動風格）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快速重複音 = 戰爭、憤怒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8E0F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Zefiro torna (NAWM 76)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取自《Scherzi musicali》(1632)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Ottavio Rinuccini 的十四行詩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兩位男高音 + basso continuo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結構：Ciaccona（恰空）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重複低音型（basso ostinato）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4 小節低音固定 · 全曲反覆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上方兩聲部以各種方式變化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描繪春風、花、鳥——word painting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戲劇性轉折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進入到「我獨自嘆息」時——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突然打斷 ciaccona 節奏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改為 recitative 風格——自由拍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表達孤獨與痛苦——音樂「停頓」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然後又回到 ciaccona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為何重要？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完美示範 basso ostinato 與情感表達的結合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ground bass 技法——影響 Purcell · Bach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巴洛克「對比原則」的縮影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巴洛克音樂的共通特徵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Traits of Baroque Music (ca. 1600–1750)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566928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7043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1115568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情感論 Doctrine of Affections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1115568"/>
            <a:ext cx="4937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音樂的目的 = 激發特定情感 · 每段音樂表現單一 Affekt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每種情感有對應的音樂手段（調式、節奏、音型）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8595360" cy="566928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81051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1755648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兩極織度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1755648"/>
            <a:ext cx="4937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 + bass 為兩極 · 中間聲部由 continuo 填充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Renaissance 的聲部平等 → Baroque 的上下極端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8595360" cy="566928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5059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2395728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節奏的兩極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2395728"/>
            <a:ext cx="4937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穩定的舞曲節奏 vs. 自由的 recitative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速度對比成為結構原則 · 快-慢-快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8595360" cy="566928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09067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🏛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035808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功能和聲的確立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3035808"/>
            <a:ext cx="4937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調性（major/minor）取代 mode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I–IV–V–I 進行成為基礎 · 離調為色彩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3657600"/>
            <a:ext cx="8595360" cy="566928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73075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8680" y="3675888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獨奏家崇拜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40480" y="3675888"/>
            <a:ext cx="4937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virtuoso 歌手/器樂家地位上升 · castrato · 炫技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即興裝飾成為表演核心要素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74320" y="4297680"/>
            <a:ext cx="8595360" cy="566928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37083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📜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8680" y="4315968"/>
            <a:ext cx="2926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三種風格共存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840480" y="4315968"/>
            <a:ext cx="4937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· Chamber · Theater 三種場域三種風格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stile antico / moderno / concitato 的區分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持久的創新 · 歷史知情演奏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Enduring Innovations · Historically Informed Performance (HIP)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8E0F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持久的創新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年前後引入的概念——至今仍是西方音樂的基石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Basso continuo → 後世和聲伴奏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Major-minor tonality → 共同語言至 20 世紀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獨奏 + 伴奏的二元結構 → concerto, sonata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 / recitative / aria → 歌劇傳統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情感作為音樂首要目的 → Romantic 繼承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作曲家 vs. 演奏者的分工 → 現代音樂觀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時期劃分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Early Baroque (1600–1650): 義大利實驗期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Middle Baroque (1650–1700): 國際擴散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 Baroque (1700–1750): Vivaldi · Bach · Handel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但「Baroque」一詞有爭議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原意「不規則的珍珠」——曾含貶義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世紀才廣泛用於音樂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部分學者偏好「Thoroughbass era」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8E0F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🎻 HIP 歷史知情演奏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Historically Informed Performance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核心理念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使用原始樂器（period instruments）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參考 17–18 世紀文獻的演奏指示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嘗試重建「原本的聲音」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實踐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Baroque violin（無 chinrest, gut strings）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古鍵盤（harpsichord, fortepiano）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較低音高（A=415 Hz vs. modern A=440）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更少 vibrato · 更多 articulation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即興裝飾——演奏者的責任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代表團體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Jordi Savall · Hespèrion XXI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Nikolaus Harnoncourt · Concentus Musicus Wien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John Eliot Gardiner · English Baroque Soloists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 Arts Florissants · William Christie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Ton Koopman · Amsterdam Baroque Orchestra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爭議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「忠實原作」是否可能或必要？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HIP 本身已成「傳統」——年輕團體再反思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2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692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Galilei · Dialogo della musica antica et della moderna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692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1587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Florentine Camerata at Bardi's house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41732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4721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71600" y="14173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 批評 Monteverdi 牧歌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4721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60720" y="14173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· Euridice (published)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192024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97510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71600" y="192024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· Le nuove musiche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192024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97510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760720" y="192024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Fifth Book (序言)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42316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4780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1607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71600" y="242316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L'Orfeo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63440" y="242316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4780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242316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Kepler · Astronomia nova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2608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9809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1618–48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71600" y="292608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三十年戰爭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292608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9809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760720" y="292608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Seventh Book (Concerto)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42900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4838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71600" y="34290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Scherzi musicali (Zefiro torna)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342900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4838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760720" y="34290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首座公共歌劇院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" y="393192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9867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1638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71600" y="39319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Eighth Book (stile concitato)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663440" y="3931920"/>
            <a:ext cx="1005840" cy="402336"/>
          </a:xfrm>
          <a:prstGeom prst="rect">
            <a:avLst/>
          </a:prstGeom>
          <a:solidFill>
            <a:srgbClr val="4A3A7A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9867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60720" y="39319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逝世 · Poppea 上演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Key Terms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Baroque · thoroughbass era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pratica · seconda pratica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antico · stile moderno · stile concitato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monody · recitative · aria · arioso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basso continuo · figured bass · thoroughbass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concertato · concerto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Florentine Camerata · Count Bardi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nuove musiche · sprezzatura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doctrine of affections (Affektenlehre)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basso ostinato · ground bass · ciaccona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major/minor tonality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HIP · period instruments · A=415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2A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Further Reading &amp; 🎧 Listening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Palisca, Claude. Baroque Music (1991)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Carter, Tim. Music in Late Renaissance and Early Baroque Italy (1992)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Fabbri, Paolo. Monteverdi (1994)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Tomlinson. Monteverdi and the End of the Renaissance (1987)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NAWM 精選聆聽 (YouTube)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74 · Caccini · Vedro 'l mio sol  youtu.be/s-DaH6zpLjs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75 · Monteverdi · Cruda Amarilli  youtu.be/bKTQQ28sSNo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76 · Monteverdi · Zefiro torna  youtu.be/85tCzdRt6UE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13: New Styles in the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2026-04-12T07:15:29Z</dcterms:created>
  <dcterms:modified xsi:type="dcterms:W3CDTF">2026-04-12T07:15:29Z</dcterms:modified>
</cp:coreProperties>
</file>