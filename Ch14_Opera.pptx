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INVENTION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OPERA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Camerata · Peri · Monteverdi · L'Orfeo · Poppea · Venice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297–316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0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Forerunners 歌劇先驅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 · Pastoral drama · Camerata · Greek tragedy revival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0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Operas 首批歌劇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Euridice (NAWM 77) · Recitative 的誕生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🌟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0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L'Orfeo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1607 首部偉大歌劇 · 戲劇力量 (NAWM 78)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🏢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0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 Opera in Venice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1637 第一座公共歌劇院 · 商業模式 · Impresario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👑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0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L'incoronazione di Poppea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最後傑作 · Pur ti miro (NAWM 79)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0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 as Drama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· Recitative · Cesti Orontea (NAWM 80)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歌劇的先驅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Intermedio · Pastoral · Camerata · Galilei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Intermedio &amp; Pastoral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Intermedio（幕間劇）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插入戲劇各幕之間的音樂/舞台表演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1539 佛羅倫斯婚禮慶典——最早大型實例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1589 Medici 婚禮 intermedi = 歷史上最奢華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6 段 · 歌唱、舞蹈、佈景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參與者包括 Caccini、Peri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Pastoral Drama（田園劇）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 Arcadia 為背景的舞台劇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Tasso《Aminta》(1573)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Guarini《Il pastor fido》(1590)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結合音樂的田園場景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提供歌劇題材——牧羊人、仙女、自然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問題：如何讓整部戲劇用歌唱？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需要一種新的歌唱方式——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像說話一樣自然，但有音樂的情感力量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 Camerata &amp; Greek Revival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Florentine Camerata (ca. 1573–87)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Count Giovanni de' Bardi 主持的文化沙龍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知識分子、詩人、音樂家聚會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討論如何恢復古希臘悲劇的音樂力量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Vincenzo Galilei (ca. 1520–1591)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Galileo 之父 · 魯特琴家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Dialogo della musica antica et moderna (1581)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批評：複音使文字不可理解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主張：只有單聲才能表達情感——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因為古希臘正是用單旋律吟唱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Girolamo Mei (1519–1594)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研究古希臘音樂文獻的學者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結論：希臘音樂為單聲、以旋律表達情感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間接影響 Camerata 的方向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Camerata 的成果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催生 monody 與 recitative 的實驗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催生歌劇——全劇歌唱的戲劇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首批歌劇 · Peri Euridice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30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Dafne · Euridice · Recitative Style (NAWM 77)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F8E0E8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🌿 Dafne &amp; Euridice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Dafne (1598)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第一部歌劇——音樂已遺失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詩：Rinuccini · 曲：Peri (可能含 Corsi)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私人上演於 Corsi 宮邸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Euridice (1600)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首部完整保存的歌劇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Maria de' Medici 與 Henri IV 婚禮而作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兩版：Peri 版（1601 出版）· Caccini 版（1601 搶先出版）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Jacopo Peri (1561–1633)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佛羅倫斯歌手/作曲家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發明「stile recitativo」（吟唱風格）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Euridice 序言描述其方法：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介於歌唱與說話之間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Bass 在和聲變化點才移動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聲線模仿自然語調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F8E0E8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NAWM 77: Euridice 片段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Recitative 的特徵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Voice 自由跟隨語言節奏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Bass 在語意轉折處才移動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不協和音自然出現——表現情感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「heightened speech」——提升的說話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三種歌唱層次（Peri 的區分）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Narrative recitative · 敘事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低張力 · 快速 · bass 簡單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Expressive recitative · 情感高潮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不協和增多 · 更多裝飾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Song-like passages · 近似歌曲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有旋律輪廓 · 但仍非正式 aria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為何重要？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Recitative 成為歌劇的基石——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推進情節、交代對話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後來分化為 secco / accompagnato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至今歌劇仍使用 recitative + aria 架構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A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蒙特威爾第 · 奧菲歐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L'Orfeo (1607) · The First Great Opera (NAWM 78)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L'Orfeo 概述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1607 於 Mantua Gonzaga 宮廷首演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劇本：Alessandro Striggio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Orpheus 與 Eurydice 的神話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五幕 + Prologue（「音樂女神」開場）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音樂資源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大型管弦樂團（約 40 人）——有具體編制指定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Toccata（銅管開場）→ 歌劇樂隊的先聲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多種 recitative 風格交織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song · Dance · Chorus · Ritornello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 Euridice 豐富十倍的音樂語彙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戲劇高潮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 2 幕：信使報告 Eurydice 之死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Orpheus「Tu se' morta」——震撼的 recitative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 3 幕：Possente spirto（NAWM 78 核心）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Orpheus 以歌聲感動冥府守門人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精美裝飾唱段 + 管弦伴奏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NAWM 78 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Possente spirto / Tu se' morta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「Possente spirto」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Orpheus 對冥河擺渡人 Caronte 的哀歌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 形式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每節相同的 bass pattern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旋律逐節裝飾加重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兩版本並印：plain + ornamented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展示裝飾唱法的「教學」功能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器樂伴奏逐節變化（小提琴→長笛→號角→低音提琴）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「Tu se' morta」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得知 Eurydice 死訊後的獨白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簡潔 recitative——幾乎無裝飾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半音下行 · 不協和 · 沉重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音樂史最動人的 recitative 之一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L'Orfeo 的歷史意義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首部融合所有現有技法的歌劇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證明音樂戲劇可以達到感人至深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至今仍是常演劇目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威尼斯公共歌劇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30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 Opera · Impresario · Diva · Poppea (NAWM 79)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F8E0E8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🏢 1637：商業歌劇誕生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1637 威尼斯 Teatro San Cassiano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第一座售票的公共歌劇院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 世紀末威尼斯已有 9 座歌劇院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 impresario（經理人）經營——自負盈虧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商業模式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貴族投資場地——impresario 負責製作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觀眾買票入場——非宮廷獨享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歌手是最大賣點——明星制度誕生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Castrato · Soprano 成為偶像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歌劇的變化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題材從神話 → 歷史 · 宮廷陰謀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減少合唱 · 降低成本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增加獨唱：aria 越來越重要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Recitative + Aria 分化日益明顯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佈景機關驚人——飛天、變景、特效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F8E0E8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👑 Poppea · Pur ti miro (NAWM 79)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L'incoronazione di Poppea (1643)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最後一部歌劇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第一部以歷史（非神話）為題材的歌劇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Nero 與 Poppea 的愛情/陰謀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特色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道德模糊——邪惡戰勝正義、色慾得償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角色心理刻畫——比之前任何歌劇都深入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Recitative 極富表情 · aria 旋律優美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「Pur ti miro」終場二重唱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Nero 與 Poppea 的愛情二重唱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簡單的 ground bass pattern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兩聲交纏 · 旋律模仿 · 合三唱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西方歌劇最美的一首二重唱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可能非 Monteverdi 親筆——學術有爭議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Poppea 的意義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歌劇從宮廷→市場——內容也隨之世俗化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為後世歌劇（Handel · Mozart · Verdi）鋪路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歌劇慣例的成形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Cesti · Orontea (NAWM 80) · Aria &amp; Recitative 分化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🌟 Antonio Cesti (1623–1669)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方濟會修士——卻成為最受歡迎的歌劇作曲家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活躍於威尼斯、Innsbruck、維也納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超過 100 部歌劇（多數已失）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Orontea (1656)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17 世紀中期最受歡迎的歌劇之一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女王 Orontea 的愛情喜劇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NAWM 80: Intorno all'idol mio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Orontea 的獨唱 Aria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她在夢中對睡著的情人傾訴愛意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結構：ABA（da capo 的前身）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旋律優美 · 抒情 · 感傷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已接近後世 bel canto 的美學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Bass 更有規律——走向 tonal harmony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Aria vs. Recitative 分化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世紀中期的趨勢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Recitative（宣敘調）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推進情節 · 對話 · 敘事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語音式 · 自由節拍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簡單的 continuo 伴奏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「drama 的引擎」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Aria（詠嘆調）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表達情感 · 反思 · 獨白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有固定旋律 · 節拍規則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旋律美 · 展現歌手技巧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逐漸成為觀眾最愛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Arioso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介於 recitative 與 aria 之間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 recitative 更旋律化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但未成為獨立曲段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這個分化到 1660s 基本完成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之後歌劇 = recitative (敘事) + aria (情感)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capo aria (ABA) 到 1680s 成為標準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此架構延續到 Mozart 甚至 Verdi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1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692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1573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Camerata meetings at Bardi's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692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760720" y="9144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Galilei · Dialogo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41732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4721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1589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71600" y="14173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 婚禮 intermedi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4721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60720" y="14173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Peri/Corsi · Dafne (music lost)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192024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97510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71600" y="192024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· Euridice (première)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192024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97510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760720" y="192024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· Euridice (published first)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242316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47802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71600" y="242316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· Le nuove musiche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63440" y="242316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47802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60720" y="242316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L'Orfeo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2608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9809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71600" y="292608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L'Arianna (lament survives)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663440" y="292608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29809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1637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760720" y="292608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Teatro San Cassiano — public opera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74320" y="342900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4838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371600" y="34290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Il ritorno d'Ulisse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63440" y="342900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4838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760720" y="342900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L'incoronazione di Poppea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" y="393192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9867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371600" y="39319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Cavalli · Giasone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663440" y="3931920"/>
            <a:ext cx="1005840" cy="402336"/>
          </a:xfrm>
          <a:prstGeom prst="rect">
            <a:avLst/>
          </a:prstGeom>
          <a:solidFill>
            <a:srgbClr val="8A1030"/>
          </a:solidFill>
          <a:ln/>
        </p:spPr>
      </p:sp>
      <p:sp>
        <p:nvSpPr>
          <p:cNvPr id="46" name="Text 44"/>
          <p:cNvSpPr/>
          <p:nvPr/>
        </p:nvSpPr>
        <p:spPr>
          <a:xfrm>
            <a:off x="4709160" y="398678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1656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60720" y="3931920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0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Cesti · Orontea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D4A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Key Terms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opera · libretto · librettist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intermedio · pastoral drama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Florentine Camerata · Count Bardi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recitativo · recitative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monody · basso continuo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aria · arioso · da capo aria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secco recitative · accompagnato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castrato · prima donna · diva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impresario · public opera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basso ostinato · ground bass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ritornello · sinfonia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L'Orfeo · L'incoronazione di Poppea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Euridice · Orontea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3A1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Further Reading &amp; 🎧 Listening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Carter &amp; Goldthwaite. Orpheus in the Marketplace (2017)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Whenham, John (ed.). Claudio Monteverdi: Orfeo (1986)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Rosand, Ellen. Opera in Seventeenth-Century Venice (1991)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Heller, Wendy. Emblems of Eloquence (2003)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NAWM 精選聆聽 (YouTube)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77 · Peri · Euridice: Nel puro ardor  youtu.be/1hBM_keRlRo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78 · Monteverdi · L'Orfeo: Possente spirto  youtu.be/ngeurQnM4qM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79 · Monteverdi · Poppea: Pur ti miro  youtu.be/AjlIwv0ljX8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80 · Cesti · Orontea: Intorno all'idol mio  youtu.be/u6k11o1JEkM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14: The Invention of Opera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2026-04-12T07:15:29Z</dcterms:created>
  <dcterms:modified xsi:type="dcterms:W3CDTF">2026-04-12T07:15:29Z</dcterms:modified>
</cp:coreProperties>
</file>